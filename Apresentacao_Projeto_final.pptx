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6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137160" cy="685800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731520"/>
            <a:ext cx="72237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9FDCD8"/>
                </a:solidFill>
                <a:latin typeface="Aptos"/>
              </a:defRPr>
            </a:pPr>
            <a:r>
              <a:t>SENAI  |  DESENVOLVIMENTO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722376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Banco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7040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000" b="0">
                <a:solidFill>
                  <a:srgbClr val="E1EAF3"/>
                </a:solidFill>
                <a:latin typeface="Aptos"/>
              </a:defRPr>
            </a:pPr>
            <a:r>
              <a:t>Organização e funcionamento do projeto em MySQL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429000"/>
            <a:ext cx="868680" cy="64008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71323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Pablo Henrique Petry de Freitas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7132320" cy="95878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E1EAF3"/>
                </a:solidFill>
                <a:latin typeface="Aptos"/>
              </a:defRPr>
            </a:pPr>
            <a:r>
              <a:t>Matéria: Criação e manipulação de banco </a:t>
            </a:r>
            <a:r>
              <a:rPr/>
              <a:t>de </a:t>
            </a:r>
            <a:r>
              <a:rPr smtClean="0"/>
              <a:t>dados</a:t>
            </a:r>
            <a:endParaRPr lang="pt-BR" dirty="0" smtClean="0"/>
          </a:p>
          <a:p>
            <a:pPr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E1EAF3"/>
                </a:solidFill>
                <a:latin typeface="Aptos"/>
              </a:defRPr>
            </a:pPr>
            <a:r>
              <a:rPr lang="pt-BR" dirty="0" smtClean="0"/>
              <a:t>Professor: Lucas de Mattos</a:t>
            </a:r>
            <a:endParaRPr lang="pt-BR" dirty="0" smtClean="0"/>
          </a:p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E1EAF3"/>
                </a:solidFill>
                <a:latin typeface="Aptos"/>
              </a:defRPr>
            </a:pPr>
            <a:r>
              <a:rPr smtClean="0"/>
              <a:t>SENAI </a:t>
            </a:r>
            <a:r>
              <a:t>•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657600"/>
            <a:ext cx="25603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APRESENTAÇÃO DO PROJETO</a:t>
            </a:r>
          </a:p>
        </p:txBody>
      </p:sp>
      <p:pic>
        <p:nvPicPr>
          <p:cNvPr id="15" name="Picture 14" descr="laragon_elephan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50876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01 • 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Para que serve este banco?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O objetivo é organizar as informações e facilitar o uso dos dados no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6675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82296" cy="301752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62362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A ideia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6236208" cy="22677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 b="0">
                <a:solidFill>
                  <a:srgbClr val="2D3641"/>
                </a:solidFill>
                <a:latin typeface="Aptos"/>
              </a:defRPr>
            </a:pPr>
            <a:r>
              <a:t>O banco de dados reúne informações sobre clientes, produtos, fornecedores, compras e pedidos. Com tudo organizado, fica mais fácil cadastrar, consultar e alterar os dados quando necessário.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48840"/>
            <a:ext cx="3657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2148840"/>
            <a:ext cx="82296" cy="301752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321868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O que será apresentado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770632"/>
            <a:ext cx="3218688" cy="22677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• Tipo de banco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• Tabelas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• Views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• Triggers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• Stored Procedures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77840"/>
            <a:ext cx="103327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0">
                <a:solidFill>
                  <a:srgbClr val="677380"/>
                </a:solidFill>
                <a:latin typeface="Aptos"/>
              </a:defRPr>
            </a:pPr>
            <a:r>
              <a:t>Em vez de deixar as informações espalhadas, o sistema mantém os dados organizados em uma estrutura.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02 •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Por que usamos o MySQL?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O projeto utiliza um banco de dados relacional.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82296" cy="251460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81888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4818888" cy="176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800" b="0">
                <a:solidFill>
                  <a:srgbClr val="2D3641"/>
                </a:solidFill>
                <a:latin typeface="Aptos"/>
              </a:defRPr>
            </a:pPr>
            <a:r>
              <a:t>As informações ficam separadas em tabelas. Essas tabelas podem se relacionar, permitindo que dados de diferentes partes do sistema sejam usados juntos.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82296" cy="251460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81888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Por que combina com 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24912"/>
            <a:ext cx="4818888" cy="176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800" b="0">
                <a:solidFill>
                  <a:srgbClr val="2D3641"/>
                </a:solidFill>
                <a:latin typeface="Aptos"/>
              </a:defRPr>
            </a:pPr>
            <a:r>
              <a:t>Clientes fazem pedidos, produtos entram por compras e os fornecedores estão ligados aos produtos adquiridos. O modelo relacional ajuda a organizar essas relações.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378440" cy="777240"/>
          </a:xfrm>
          <a:prstGeom prst="roundRect">
            <a:avLst/>
          </a:prstGeom>
          <a:solidFill>
            <a:srgbClr val="E4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276088"/>
            <a:ext cx="10012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900" b="1">
                <a:solidFill>
                  <a:srgbClr val="182D4A"/>
                </a:solidFill>
                <a:latin typeface="Aptos"/>
              </a:defRPr>
            </a:pPr>
            <a:r>
              <a:t>MySQL  →  tabelas relacionadas  →  dados mais organizados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03 • ORGANIZAÇÃO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As tabelas do banco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Cada tabela guarda informações de uma parte do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82296" cy="150876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30815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Nome, CPF, telefone, e-mail e endereço.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82296" cy="150876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815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fornecedores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33472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Dados de contato e identificação de quem fornece os produtos.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0116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2011680"/>
            <a:ext cx="82296" cy="150876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194560"/>
            <a:ext cx="30815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produtos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633472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Código, nome, descrição, estoque, valor e datas.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38862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14600" y="3886200"/>
            <a:ext cx="82296" cy="150876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4069080"/>
            <a:ext cx="30815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compras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07992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Registra fornecedor, produto, quantidade e data da compra.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862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3886200"/>
            <a:ext cx="82296" cy="150876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069080"/>
            <a:ext cx="30815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pedidos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07992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Registra cliente, produto, quantidade e data do pedido.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04 • CONSULTAS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O papel das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Views são consultas salvas que apresentam dados de forma organizada.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82296" cy="132588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Fornecedores com mais vendas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48646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Ajuda a consultar os fornecedores relacionados às vendas dos produtos.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82296" cy="132588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Pedidos acima da média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33472"/>
            <a:ext cx="48646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Mostra os pedidos que têm valor maior que a média registrada.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82296" cy="132588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Produtos mais vendidos no último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33672"/>
            <a:ext cx="48646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Permite observar quais produtos tiveram maior saída no período.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611880"/>
            <a:ext cx="82296" cy="132588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Valor total por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33672"/>
            <a:ext cx="48646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2D3641"/>
                </a:solidFill>
                <a:latin typeface="Aptos"/>
              </a:defRPr>
            </a:pPr>
            <a:r>
              <a:t>Reúne as informações para mostrar quanto cada cliente comprou no total.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5156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0">
                <a:solidFill>
                  <a:srgbClr val="677380"/>
                </a:solidFill>
                <a:latin typeface="Aptos"/>
              </a:defRPr>
            </a:pPr>
            <a:r>
              <a:t>Vantagem: quando precisamos dessas informações, a consulta já está preparada no banco.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05 • AUTOMAÇÃO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Como funcionam as Triggers?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São ações automáticas executadas quando acontece uma operação em uma tabela.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82296" cy="150876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Quando uma compra é cadastrada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486460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A quantidade comprada é adicionada ao estoque do produto.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82296" cy="150876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48646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Quando um pedido é cadastrado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9192"/>
            <a:ext cx="486460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A quantidade pedida é retirada do estoque do produto.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977639"/>
            <a:ext cx="7132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4600" y="3977639"/>
            <a:ext cx="82296" cy="1417320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4160520"/>
            <a:ext cx="669340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Antes de alterar um cadastro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599431"/>
            <a:ext cx="66934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2D3641"/>
                </a:solidFill>
                <a:latin typeface="Aptos"/>
              </a:defRPr>
            </a:pPr>
            <a:r>
              <a:t>As Triggers de clientes, fornecedores e produtos guardam os dados antigos no histórico.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677380"/>
                </a:solidFill>
                <a:latin typeface="Aptos"/>
              </a:defRPr>
            </a:pPr>
            <a:r>
              <a:t>Assim, o estoque acompanha as movimentações e as alterações importantes ficam registradas.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06 • CADASTROS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Stored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São comandos salvos no banco que podem ser chamados sempre que necessário.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4922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82296" cy="2468880"/>
          </a:xfrm>
          <a:prstGeom prst="rect">
            <a:avLst/>
          </a:prstGeom>
          <a:solidFill>
            <a:srgbClr val="2B6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6053327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Como ajudam no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6053327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800" b="0">
                <a:solidFill>
                  <a:srgbClr val="2D3641"/>
                </a:solidFill>
                <a:latin typeface="Aptos"/>
              </a:defRPr>
            </a:pPr>
            <a:r>
              <a:t>As procedures deixam os cadastros mais práticos, porque o processo já fica preparado no banco. Assim, não é necessário escrever todos os comandos novamente a cada cadastro.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103120"/>
            <a:ext cx="3749039" cy="2468880"/>
          </a:xfrm>
          <a:prstGeom prst="roundRect">
            <a:avLst/>
          </a:prstGeom>
          <a:solidFill>
            <a:srgbClr val="E1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395728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Procedures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880360"/>
            <a:ext cx="320040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2D3641"/>
                </a:solidFill>
                <a:latin typeface="Aptos"/>
              </a:defRPr>
            </a:pPr>
            <a:r>
              <a:t>p_inserir_cliente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2D3641"/>
                </a:solidFill>
                <a:latin typeface="Aptos"/>
              </a:defRPr>
            </a:pPr>
            <a:r>
              <a:t>p_inserir_compra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2D3641"/>
                </a:solidFill>
                <a:latin typeface="Aptos"/>
              </a:defRPr>
            </a:pPr>
            <a:r>
              <a:t>p_inserir_fornecedor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2D3641"/>
                </a:solidFill>
                <a:latin typeface="Aptos"/>
              </a:defRPr>
            </a:pPr>
            <a:r>
              <a:t>p_inserir_pedido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2D3641"/>
                </a:solidFill>
                <a:latin typeface="Aptos"/>
              </a:defRPr>
            </a:pPr>
            <a:r>
              <a:t>p_inserir_produto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60"/>
            <a:ext cx="104241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677380"/>
                </a:solidFill>
                <a:latin typeface="Aptos"/>
              </a:defRPr>
            </a:pPr>
            <a:r>
              <a:t>Elas facilitam o cadastro de clientes, compras, fornecedores, pedidos e produtos.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000" b="1">
                <a:solidFill>
                  <a:srgbClr val="278B8B"/>
                </a:solidFill>
                <a:latin typeface="Aptos"/>
              </a:defRPr>
            </a:pPr>
            <a:r>
              <a:t>07 • 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800" b="1">
                <a:solidFill>
                  <a:srgbClr val="182D4A"/>
                </a:solidFill>
                <a:latin typeface="Aptos"/>
              </a:defRPr>
            </a:pPr>
            <a:r>
              <a:t>Como os recursos trabalham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400" b="0">
                <a:solidFill>
                  <a:srgbClr val="677380"/>
                </a:solidFill>
                <a:latin typeface="Aptos"/>
              </a:defRPr>
            </a:pPr>
            <a:r>
              <a:t>Cada parte do banco tem uma função dentro do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5648"/>
            <a:ext cx="685800" cy="50292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677380"/>
                </a:solidFill>
                <a:latin typeface="Aptos"/>
              </a:defRPr>
            </a:pPr>
            <a:r>
              <a:t>SENAI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187451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Tabelas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187451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300" b="0">
                <a:solidFill>
                  <a:srgbClr val="677380"/>
                </a:solidFill>
                <a:latin typeface="Aptos"/>
              </a:defRPr>
            </a:pPr>
            <a:r>
              <a:t>Guardam os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400" b="1">
                <a:solidFill>
                  <a:srgbClr val="278B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4231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697480"/>
            <a:ext cx="187451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154680"/>
            <a:ext cx="187451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300" b="0">
                <a:solidFill>
                  <a:srgbClr val="677380"/>
                </a:solidFill>
                <a:latin typeface="Aptos"/>
              </a:defRPr>
            </a:pPr>
            <a:r>
              <a:t>Facilitam consultas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400" b="1">
                <a:solidFill>
                  <a:srgbClr val="278B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231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2697480"/>
            <a:ext cx="187451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154680"/>
            <a:ext cx="187451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300" b="0">
                <a:solidFill>
                  <a:srgbClr val="677380"/>
                </a:solidFill>
                <a:latin typeface="Aptos"/>
              </a:defRPr>
            </a:pPr>
            <a:r>
              <a:t>Automatizam 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400" b="1">
                <a:solidFill>
                  <a:srgbClr val="278B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4231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2328" y="2697480"/>
            <a:ext cx="187451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182D4A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154680"/>
            <a:ext cx="187451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300" b="0">
                <a:solidFill>
                  <a:srgbClr val="677380"/>
                </a:solidFill>
                <a:latin typeface="Aptos"/>
              </a:defRPr>
            </a:pPr>
            <a:r>
              <a:t>Facilitam cadastros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34840"/>
            <a:ext cx="10058400" cy="868680"/>
          </a:xfrm>
          <a:prstGeom prst="roundRect">
            <a:avLst/>
          </a:prstGeom>
          <a:solidFill>
            <a:srgbClr val="E4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4681728"/>
            <a:ext cx="9601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800" b="1">
                <a:solidFill>
                  <a:srgbClr val="182D4A"/>
                </a:solidFill>
                <a:latin typeface="Aptos"/>
              </a:defRPr>
            </a:pPr>
            <a:r>
              <a:t>Resultado esperado: informações organizadas, consultas mais simples e algumas tarefas automáticas.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777240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9FDCD8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O banco vai além de guardar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9875520" cy="1554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000" b="0">
                <a:solidFill>
                  <a:srgbClr val="E5ECF4"/>
                </a:solidFill>
                <a:latin typeface="Aptos"/>
              </a:defRPr>
            </a:pPr>
            <a:r>
              <a:t>Com o MySQL, conseguimos organizar as informações do sistema. As tabelas armazenam os dados, as Views ajudam a consultar, as Triggers automatizam mudanças no estoque e registram dados antigos, e as Stored Procedures facilitam os cadastros.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617720"/>
            <a:ext cx="822960" cy="64008"/>
          </a:xfrm>
          <a:prstGeom prst="rect">
            <a:avLst/>
          </a:prstGeom>
          <a:solidFill>
            <a:srgbClr val="2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80467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2300" b="1">
                <a:solidFill>
                  <a:srgbClr val="9FDCD8"/>
                </a:solidFill>
                <a:latin typeface="Aptos"/>
              </a:defRPr>
            </a:pPr>
            <a:r>
              <a:t>Obrigado pela atenção!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72200"/>
            <a:ext cx="9875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0">
                <a:solidFill>
                  <a:srgbClr val="DCE5EE"/>
                </a:solidFill>
                <a:latin typeface="Aptos"/>
              </a:defRPr>
            </a:pPr>
            <a:r>
              <a:t>Pablo Henrique Petry de Freitas  •  SENAI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691</Words>
  <Application>Microsoft Macintosh PowerPoint</Application>
  <PresentationFormat>Personalizar</PresentationFormat>
  <Paragraphs>102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2</cp:revision>
  <dcterms:created xsi:type="dcterms:W3CDTF">2013-01-27T09:14:16Z</dcterms:created>
  <dcterms:modified xsi:type="dcterms:W3CDTF">2026-10-15T17:32:24Z</dcterms:modified>
</cp:coreProperties>
</file>